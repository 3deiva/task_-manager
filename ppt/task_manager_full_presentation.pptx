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Manager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backend-based application to manage daily tasks easily.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 Manager helps users add, view, and delete tasks.</a:t>
            </a:r>
          </a:p>
          <a:p>
            <a:r>
              <a:t>Improves productivity and organization.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People forget daily tasks.</a:t>
            </a:r>
          </a:p>
          <a:p>
            <a:r>
              <a:t>Need simple system to track tasks.</a:t>
            </a:r>
          </a:p>
          <a:p>
            <a:r>
              <a:t>Manual tracking is inefficient.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simple task management system.</a:t>
            </a:r>
          </a:p>
          <a:p>
            <a:r>
              <a:t>Easy to use.</a:t>
            </a:r>
          </a:p>
          <a:p>
            <a:r>
              <a:t>Efficient task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Add Task</a:t>
            </a:r>
          </a:p>
          <a:p>
            <a:r>
              <a:t>2. View Task</a:t>
            </a:r>
          </a:p>
          <a:p>
            <a:r>
              <a:t>3. Delete Task</a:t>
            </a:r>
          </a:p>
          <a:p>
            <a:r>
              <a:t>4. Task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Basic Data Structures</a:t>
            </a:r>
          </a:p>
          <a:p>
            <a:r>
              <a:t>Optional File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enters task.</a:t>
            </a:r>
          </a:p>
          <a:p>
            <a:r>
              <a:t>Task stored in list/file.</a:t>
            </a:r>
          </a:p>
          <a:p>
            <a:r>
              <a:t>User can view or delete anytime.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interacts with Python backend.</a:t>
            </a:r>
          </a:p>
          <a:p>
            <a:r>
              <a:t>Backend stores tasks.</a:t>
            </a:r>
          </a:p>
          <a:p>
            <a:r>
              <a:t>Data retrieved when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Diagram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657600" cy="34161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</a:t>
            </a:r>
          </a:p>
          <a:p>
            <a:r>
              <a:t>Easy to implement</a:t>
            </a:r>
          </a:p>
          <a:p>
            <a:r>
              <a:t>Extendable</a:t>
            </a:r>
          </a:p>
          <a:p>
            <a:r>
              <a:t>Useful for beginners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database</a:t>
            </a:r>
          </a:p>
          <a:p>
            <a:r>
              <a:t>Add UI</a:t>
            </a:r>
          </a:p>
          <a:p>
            <a:r>
              <a:t>Add login system</a:t>
            </a:r>
          </a:p>
          <a:p>
            <a:r>
              <a:t>Cloud storage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useful project.</a:t>
            </a:r>
          </a:p>
          <a:p>
            <a:r>
              <a:t>Can be expanded into full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